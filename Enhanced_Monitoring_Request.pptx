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Monitoring Request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for, and why it matters for closing out this investigation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[Customer Name]       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Asking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C2 traffic identified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confirmed the threat actor is communicating via encrypted values hidden in web request cookies.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partially decrypted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34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decode a subset of this traffic today — the rest remains opaque without more information.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11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malware sample is the key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decrypt the remainder and fully understand what the actor did, we need a live sample of the malware itself.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137160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057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threat actor move beyond what we've already confirmed?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0175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full C2 visibility, we cannot rule out further lateral movement or undetected activity elsewhere in the environment.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Plan —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categories of access, both scoped tightly and time-boxed to this investigation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263172"/>
          </a:solidFill>
          <a:ln w="12700">
            <a:solidFill>
              <a:srgbClr val="3544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CrowdStrike Configuration Access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configure detection rules and automated response actions (Real Time Response) within your existing CrowdStrike Falcon tenant.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4592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263172"/>
          </a:solidFill>
          <a:ln w="12700">
            <a:solidFill>
              <a:srgbClr val="3544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vCenter API Access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231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scoped, least-privilege service account allowing our automation to trigger a memory capture of the affected virtual server(s) via the vSphere API.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on each follow on the next two slides.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Plan —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CrowdStrike: Detection &amp; Response Actions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configure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detection rules tuned to this malware's known behavior (specific file writes, known indicators, known network infrastructure)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7802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sensor visibility settings on the affected host(s) only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Real Time Response (RTR) action chain that fires only when one of these detections triggers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RTR does when triggered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00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RTR is CrowdStrike's built-in remote response capability — already part of your existing license. It lets us execute a narrow, pre-approved set of actions only in direct response to a real detection: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23444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35331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2344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fires (known malware indicator observed)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1305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memory snapshot of the responsible process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278892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290779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that capture into CrowdStrike's secure console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356616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368503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5661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temporary local copy from the host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434340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446227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43434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our analyst team for review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166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isolation and no automatic blocking action is included — we want to observe, not interrupt, until we've reviewed a detection.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Plan —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vCenter: Hypervisor-Level Memory Capture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this in addition to CrowdStrike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malware is capable of moving between running processes. A capture tied to one specific process can miss it if it has already relocated. Capturing memory at the hypervisor level gets the entire virtual machine's memory in one action — regardless of which process the malware is currently using.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access is required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2958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dedicated, non-personal service account for our automation to authenticate with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30682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160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narrowly to only the specific VM(s) involved in this investigation — not your broader vCenter inventory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08406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9377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snapshot create/remove and datastore file read/download privileges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143000"/>
            <a:ext cx="5212080" cy="507492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9659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9659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CrowdStrike detection (Slide 4) fires, indicating the malware is active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76148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76148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automation authenticates to vCenter using the scoped service account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55701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5570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memory-inclusive snapshot of the affected VM is triggered via the official vSphere API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435254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35254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 briefly pauses (typically seconds) while the snapshot is captured, then resumes normally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514807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51480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memory file is securely retrieved for offline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Plan —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Safeguards We're Committing 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27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always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credential we use — CrowdStrike and vCenter alike — is scoped to only what this task requires, nothing broader.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627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not block, by default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automation observes and captures; it does not take disruptive action (isolation, process termination) without a human decision.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access and tooling is tied to this investigation and can be removed once it concludes.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023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663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rule, script, and credential we deploy will be documented and shared with your team for visibility and audit.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Plan —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63172"/>
          </a:solidFill>
          <a:ln w="12700">
            <a:solidFill>
              <a:srgbClr val="3544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5448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configure detection rules and RTR response actions in your CrowdStrike tenant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63172"/>
          </a:solidFill>
          <a:ln w="12700">
            <a:solidFill>
              <a:srgbClr val="3544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of a scoped vCenter service account for automated memory-snapshot capture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63172"/>
          </a:solidFill>
          <a:ln w="12700">
            <a:solidFill>
              <a:srgbClr val="3544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490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of contact on your infrastructure/virtualization team to coordinate deployment and testing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it: this is our clearest path to decrypting the remaining C2 traffic and confirming the full scope of activity in your environment.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Plan —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2026-09-11T15:31:21Z</dcterms:created>
  <dcterms:modified xsi:type="dcterms:W3CDTF">2026-09-11T15:31:21Z</dcterms:modified>
</cp:coreProperties>
</file>